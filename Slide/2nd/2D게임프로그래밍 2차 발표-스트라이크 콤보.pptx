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B1918-0084-4CE9-BE48-3A8C1412F7ED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E7ADA-7300-4C2D-A3C2-EE426D3C25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081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86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30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00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51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614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71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116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89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503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846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5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4FF7B13-A109-4A20-9EEA-19C3F198EF09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D3B28CA-3CB4-49CF-91EA-91D437C52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370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5F24A8-43DA-762C-AB0A-11205B3F4B71}"/>
              </a:ext>
            </a:extLst>
          </p:cNvPr>
          <p:cNvSpPr txBox="1"/>
          <p:nvPr/>
        </p:nvSpPr>
        <p:spPr>
          <a:xfrm>
            <a:off x="251208" y="6139543"/>
            <a:ext cx="2562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2024180009 </a:t>
            </a:r>
            <a:r>
              <a:rPr lang="ko-KR" altLang="en-US" dirty="0"/>
              <a:t>김가온</a:t>
            </a:r>
          </a:p>
        </p:txBody>
      </p:sp>
      <p:pic>
        <p:nvPicPr>
          <p:cNvPr id="7" name="그림 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BCDF8C-5AC4-65F4-0B7D-ADF35F40D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C5A5D7E-B2F9-E506-8692-61201E80B0D3}"/>
              </a:ext>
            </a:extLst>
          </p:cNvPr>
          <p:cNvSpPr txBox="1">
            <a:spLocks/>
          </p:cNvSpPr>
          <p:nvPr/>
        </p:nvSpPr>
        <p:spPr>
          <a:xfrm>
            <a:off x="-294967" y="622709"/>
            <a:ext cx="4269427" cy="66726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n>
                  <a:solidFill>
                    <a:schemeClr val="accent2"/>
                  </a:solidFill>
                </a:ln>
              </a:rPr>
              <a:t>2</a:t>
            </a:r>
            <a:r>
              <a:rPr lang="ko-KR" altLang="en-US" b="1" dirty="0">
                <a:ln>
                  <a:solidFill>
                    <a:schemeClr val="accent2"/>
                  </a:solidFill>
                </a:ln>
              </a:rPr>
              <a:t>차 발표</a:t>
            </a:r>
          </a:p>
        </p:txBody>
      </p:sp>
    </p:spTree>
    <p:extLst>
      <p:ext uri="{BB962C8B-B14F-4D97-AF65-F5344CB8AC3E}">
        <p14:creationId xmlns:p14="http://schemas.microsoft.com/office/powerpoint/2010/main" val="51757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C4D3-DCCB-4E3A-8AB8-6FB7D829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139AFE0-42C9-4E29-F238-CC8415E14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342843"/>
              </p:ext>
            </p:extLst>
          </p:nvPr>
        </p:nvGraphicFramePr>
        <p:xfrm>
          <a:off x="832465" y="195142"/>
          <a:ext cx="7239820" cy="646771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774484">
                  <a:extLst>
                    <a:ext uri="{9D8B030D-6E8A-4147-A177-3AD203B41FA5}">
                      <a16:colId xmlns:a16="http://schemas.microsoft.com/office/drawing/2014/main" val="3938863758"/>
                    </a:ext>
                  </a:extLst>
                </a:gridCol>
                <a:gridCol w="4008131">
                  <a:extLst>
                    <a:ext uri="{9D8B030D-6E8A-4147-A177-3AD203B41FA5}">
                      <a16:colId xmlns:a16="http://schemas.microsoft.com/office/drawing/2014/main" val="123105784"/>
                    </a:ext>
                  </a:extLst>
                </a:gridCol>
                <a:gridCol w="1507914">
                  <a:extLst>
                    <a:ext uri="{9D8B030D-6E8A-4147-A177-3AD203B41FA5}">
                      <a16:colId xmlns:a16="http://schemas.microsoft.com/office/drawing/2014/main" val="2829570552"/>
                    </a:ext>
                  </a:extLst>
                </a:gridCol>
                <a:gridCol w="949291">
                  <a:extLst>
                    <a:ext uri="{9D8B030D-6E8A-4147-A177-3AD203B41FA5}">
                      <a16:colId xmlns:a16="http://schemas.microsoft.com/office/drawing/2014/main" val="1141064413"/>
                    </a:ext>
                  </a:extLst>
                </a:gridCol>
              </a:tblGrid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리소스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부분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80%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213977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플레이어 캐릭터 구현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기본 모션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348444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캐릭터의 평타 및 스킬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부분 완료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en-US" altLang="ko-KR" b="1" dirty="0"/>
                        <a:t>(</a:t>
                      </a:r>
                      <a:r>
                        <a:rPr lang="ko-KR" altLang="en-US" b="1" dirty="0" err="1"/>
                        <a:t>평타는</a:t>
                      </a:r>
                      <a:r>
                        <a:rPr lang="ko-KR" altLang="en-US" b="1" dirty="0"/>
                        <a:t> 완전 구현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80%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50649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캐릭터의 스킬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미구현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0%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262323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히트박스 구현 및 저스트 회피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581029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6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맵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72716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맵의</a:t>
                      </a:r>
                      <a:r>
                        <a:rPr lang="ko-KR" altLang="en-US" b="1" dirty="0"/>
                        <a:t> 환경요소 및 몬스터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565544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UI</a:t>
                      </a:r>
                      <a:r>
                        <a:rPr lang="ko-KR" altLang="en-US" b="1" dirty="0"/>
                        <a:t>및 사운드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465471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9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최종점검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744319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평균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65%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26937"/>
                  </a:ext>
                </a:extLst>
              </a:tr>
            </a:tbl>
          </a:graphicData>
        </a:graphic>
      </p:graphicFrame>
      <p:pic>
        <p:nvPicPr>
          <p:cNvPr id="2" name="그림 1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F41369-038B-8E2A-315F-815F7A6DF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851" y="5943600"/>
            <a:ext cx="989085" cy="9890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5C62EF-BF3D-CFEE-63D6-6BBFE89166F3}"/>
              </a:ext>
            </a:extLst>
          </p:cNvPr>
          <p:cNvSpPr txBox="1"/>
          <p:nvPr/>
        </p:nvSpPr>
        <p:spPr>
          <a:xfrm>
            <a:off x="8072285" y="2300749"/>
            <a:ext cx="42770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차 계획과는 일정이 달라져 진행률이 낮은 상태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달라진 일정의 진행도는 다음페이지에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03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775B9-2208-DAD4-13C2-771F14B4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D50D407-2F51-FE90-68F3-78A7CD6C0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381275"/>
              </p:ext>
            </p:extLst>
          </p:nvPr>
        </p:nvGraphicFramePr>
        <p:xfrm>
          <a:off x="530942" y="390285"/>
          <a:ext cx="7983793" cy="619339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14490">
                  <a:extLst>
                    <a:ext uri="{9D8B030D-6E8A-4147-A177-3AD203B41FA5}">
                      <a16:colId xmlns:a16="http://schemas.microsoft.com/office/drawing/2014/main" val="3938863758"/>
                    </a:ext>
                  </a:extLst>
                </a:gridCol>
                <a:gridCol w="4483735">
                  <a:extLst>
                    <a:ext uri="{9D8B030D-6E8A-4147-A177-3AD203B41FA5}">
                      <a16:colId xmlns:a16="http://schemas.microsoft.com/office/drawing/2014/main" val="123105784"/>
                    </a:ext>
                  </a:extLst>
                </a:gridCol>
                <a:gridCol w="1573043">
                  <a:extLst>
                    <a:ext uri="{9D8B030D-6E8A-4147-A177-3AD203B41FA5}">
                      <a16:colId xmlns:a16="http://schemas.microsoft.com/office/drawing/2014/main" val="1548422418"/>
                    </a:ext>
                  </a:extLst>
                </a:gridCol>
                <a:gridCol w="1112525">
                  <a:extLst>
                    <a:ext uri="{9D8B030D-6E8A-4147-A177-3AD203B41FA5}">
                      <a16:colId xmlns:a16="http://schemas.microsoft.com/office/drawing/2014/main" val="1142074491"/>
                    </a:ext>
                  </a:extLst>
                </a:gridCol>
              </a:tblGrid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리소스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부분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80%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213977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플레이어 캐릭터 구현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기본 모션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6348444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캐릭터의 평타 및 캐릭터 콤보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50649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캐릭터의 카메라 구현 및 스킬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부분 완료</a:t>
                      </a:r>
                      <a:endParaRPr lang="en-US" altLang="ko-KR" b="1" dirty="0"/>
                    </a:p>
                    <a:p>
                      <a:pPr algn="ctr" latinLnBrk="1"/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스킬 </a:t>
                      </a:r>
                      <a:r>
                        <a:rPr lang="ko-KR" altLang="en-US" b="1" dirty="0" err="1"/>
                        <a:t>미구현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50%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262323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히트박스 구현 및 몬스터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581029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6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저스트 회피 구현 및 </a:t>
                      </a:r>
                      <a:r>
                        <a:rPr lang="ko-KR" altLang="en-US" b="1" dirty="0" err="1"/>
                        <a:t>맵의</a:t>
                      </a:r>
                      <a:r>
                        <a:rPr lang="ko-KR" altLang="en-US" b="1" dirty="0"/>
                        <a:t> 환경요소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572716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맵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2565544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UI</a:t>
                      </a:r>
                      <a:r>
                        <a:rPr lang="ko-KR" altLang="en-US" b="1" dirty="0"/>
                        <a:t>및 사운드 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465471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9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최종점검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744319"/>
                  </a:ext>
                </a:extLst>
              </a:tr>
              <a:tr h="617035"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평균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82.5%</a:t>
                      </a:r>
                      <a:endParaRPr lang="ko-KR" alt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236217"/>
                  </a:ext>
                </a:extLst>
              </a:tr>
            </a:tbl>
          </a:graphicData>
        </a:graphic>
      </p:graphicFrame>
      <p:pic>
        <p:nvPicPr>
          <p:cNvPr id="2" name="그림 1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5D25A1-3B4F-9170-2AFB-B4ED396F0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851" y="5943600"/>
            <a:ext cx="989085" cy="9890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3C3CB4-213D-7F62-6654-3A3F36F09E58}"/>
              </a:ext>
            </a:extLst>
          </p:cNvPr>
          <p:cNvSpPr txBox="1"/>
          <p:nvPr/>
        </p:nvSpPr>
        <p:spPr>
          <a:xfrm>
            <a:off x="8613057" y="507897"/>
            <a:ext cx="3775585" cy="6601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변경된 일정</a:t>
            </a:r>
            <a:endParaRPr lang="en-US" altLang="ko-KR" b="1" dirty="0"/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3</a:t>
            </a:r>
            <a:r>
              <a:rPr lang="ko-KR" altLang="en-US" dirty="0"/>
              <a:t>주차</a:t>
            </a:r>
            <a:r>
              <a:rPr lang="en-US" altLang="ko-KR" dirty="0"/>
              <a:t>-</a:t>
            </a:r>
            <a:r>
              <a:rPr lang="ko-KR" altLang="en-US" dirty="0"/>
              <a:t>스킬 구현을 미루고 콤보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구현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4</a:t>
            </a:r>
            <a:r>
              <a:rPr lang="ko-KR" altLang="en-US" dirty="0"/>
              <a:t>주차</a:t>
            </a:r>
            <a:r>
              <a:rPr lang="en-US" altLang="ko-KR" dirty="0"/>
              <a:t>-</a:t>
            </a:r>
            <a:r>
              <a:rPr lang="ko-KR" altLang="en-US" dirty="0"/>
              <a:t>카메라 구현 추가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5</a:t>
            </a:r>
            <a:r>
              <a:rPr lang="ko-KR" altLang="en-US" dirty="0"/>
              <a:t>주차</a:t>
            </a:r>
            <a:r>
              <a:rPr lang="en-US" altLang="ko-KR" dirty="0"/>
              <a:t>-</a:t>
            </a:r>
            <a:r>
              <a:rPr lang="ko-KR" altLang="en-US" dirty="0"/>
              <a:t>저스트 회피를 미루고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몬스터 구현으로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6</a:t>
            </a:r>
            <a:r>
              <a:rPr lang="ko-KR" altLang="en-US" dirty="0"/>
              <a:t>주차</a:t>
            </a:r>
            <a:r>
              <a:rPr lang="en-US" altLang="ko-KR" dirty="0"/>
              <a:t>-</a:t>
            </a:r>
            <a:r>
              <a:rPr lang="ko-KR" altLang="en-US" dirty="0"/>
              <a:t>맵 구현을 미룸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저스트 회피구현으로 변경</a:t>
            </a:r>
            <a:r>
              <a:rPr lang="en-US" altLang="ko-KR" dirty="0"/>
              <a:t>, </a:t>
            </a:r>
            <a:r>
              <a:rPr lang="ko-KR" altLang="en-US" dirty="0"/>
              <a:t>맵 환경 요소 구현 일정 당김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7</a:t>
            </a:r>
            <a:r>
              <a:rPr lang="ko-KR" altLang="en-US" dirty="0"/>
              <a:t>주차</a:t>
            </a:r>
            <a:r>
              <a:rPr lang="en-US" altLang="ko-KR" dirty="0"/>
              <a:t>- </a:t>
            </a:r>
            <a:r>
              <a:rPr lang="ko-KR" altLang="en-US" dirty="0"/>
              <a:t>맵 구현으로 변경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6950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28DA-C8DC-2717-A54D-A5659096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B1266D-1BBA-5E32-0A8A-28CF9A820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0851" y="5943600"/>
            <a:ext cx="989085" cy="9890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E396F5A-2C06-B8A8-8882-DB2B5DCC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82" y="757922"/>
            <a:ext cx="10245969" cy="534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8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436</TotalTime>
  <Words>220</Words>
  <Application>Microsoft Office PowerPoint</Application>
  <PresentationFormat>와이드스크린</PresentationFormat>
  <Paragraphs>76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Aptos</vt:lpstr>
      <vt:lpstr>Aptos Display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김가온(2024180009)</dc:creator>
  <cp:lastModifiedBy>김가온(2024180009)</cp:lastModifiedBy>
  <cp:revision>6</cp:revision>
  <dcterms:created xsi:type="dcterms:W3CDTF">2025-09-30T14:13:30Z</dcterms:created>
  <dcterms:modified xsi:type="dcterms:W3CDTF">2025-11-12T11:37:08Z</dcterms:modified>
</cp:coreProperties>
</file>